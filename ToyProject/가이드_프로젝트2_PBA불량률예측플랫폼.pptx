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C55A1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2377440" cy="2377440"/>
          </a:xfrm>
          <a:prstGeom prst="ellipse">
            <a:avLst/>
          </a:prstGeom>
          <a:solidFill>
            <a:srgbClr val="F0A86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미니프로젝트 · DATA PRE-PROCESSING LAB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PBA 불량률 사전 예지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플랫폼 구현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검사 데이터를 시계열로 분석하고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예측 결과를 Flask 웹으로 서비스하는 실습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활용 AI 프로그래밍  ·  실습 가이드  ·  Prepared by DaeKyeong Kim, Ph.D.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개요와 학습목표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3A42"/>
                </a:solidFill>
              </a:rPr>
              <a:t>무엇을 만드나요?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A42"/>
                </a:solidFill>
              </a:rPr>
              <a:t>PBA 공정의 일별 검사 데이터에서 불량(FAIL) 추세를 학습해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55A11"/>
                </a:solidFill>
              </a:rPr>
              <a:t>향후 불량률을 예측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A42"/>
                </a:solidFill>
              </a:rPr>
              <a:t>하고, 그 결과를 웹 화면과 그래프로 서비스하는 엔드투엔드 플랫폼을 구현합니다.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실습을 마치면 학습자는: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엑셀 파일을 하나로 통합하고 CSV로 저장할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데이터를 원-핫 인코딩·집계할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Prophet으로 시계열을 예측할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결과를 SQLite에 저장하고 Flask로 서비스할 수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023360" cy="4297680"/>
          </a:xfrm>
          <a:prstGeom prst="roundRect">
            <a:avLst>
              <a:gd name="adj" fmla="val 2727"/>
            </a:avLst>
          </a:prstGeom>
          <a:solidFill>
            <a:srgbClr val="DDE3E6"/>
          </a:solidFill>
          <a:ln/>
          <a:effectLst>
            <a:outerShdw sx="100000" sy="100000" kx="0" ky="0" algn="bl" rotWithShape="0" blurRad="101600" dist="38100" dir="5400000">
              <a:srgbClr val="A8B2B7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스펙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3524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2724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tf37_cpu / flask_37 가상환경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30723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라이브러리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35240" y="33284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fbprophet, plotly, pystan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웹/DB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3524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SQLite3, Highcharts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4535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A_Line 일별 검사 엑셀(.xlsx)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4882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대상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35240" y="5138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불량 건수(FAIL) 추세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3524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/ 소요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3524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중상 · 약 4~5시간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진행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2B3A42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설치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90572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C55A1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87168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87168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통합 →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63340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8496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2B3A42"/>
          </a:solidFill>
          <a:ln/>
        </p:spPr>
      </p:sp>
      <p:sp>
        <p:nvSpPr>
          <p:cNvPr id="15" name="Text 13"/>
          <p:cNvSpPr/>
          <p:nvPr/>
        </p:nvSpPr>
        <p:spPr>
          <a:xfrm>
            <a:off x="4087368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059936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59936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인코딩·집계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36108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41264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C55A1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0136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632704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32704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예측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08876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4032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2B3A42"/>
          </a:solidFill>
          <a:ln/>
        </p:spPr>
      </p:sp>
      <p:sp>
        <p:nvSpPr>
          <p:cNvPr id="25" name="Text 23"/>
          <p:cNvSpPr/>
          <p:nvPr/>
        </p:nvSpPr>
        <p:spPr>
          <a:xfrm>
            <a:off x="7232904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05472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05472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pickle/joblib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81644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C55A11"/>
          </a:solidFill>
          <a:ln/>
        </p:spPr>
      </p:sp>
      <p:sp>
        <p:nvSpPr>
          <p:cNvPr id="30" name="Text 28"/>
          <p:cNvSpPr/>
          <p:nvPr/>
        </p:nvSpPr>
        <p:spPr>
          <a:xfrm>
            <a:off x="8805672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778240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778240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예측 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54412" y="3474720"/>
            <a:ext cx="100584" cy="0"/>
          </a:xfrm>
          <a:prstGeom prst="line">
            <a:avLst/>
          </a:prstGeom>
          <a:noFill/>
          <a:ln w="25400">
            <a:solidFill>
              <a:srgbClr val="BFC9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59568" y="23774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2B3A42"/>
          </a:solidFill>
          <a:ln/>
        </p:spPr>
      </p:sp>
      <p:sp>
        <p:nvSpPr>
          <p:cNvPr id="35" name="Text 33"/>
          <p:cNvSpPr/>
          <p:nvPr/>
        </p:nvSpPr>
        <p:spPr>
          <a:xfrm>
            <a:off x="10378440" y="2523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0351008" y="30906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DB·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351008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SQLite·차트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준비(1~3) → 예측 모델(4~5) → 서비스 플랫폼(6~7) 순으로, 각 산출물이 다음 단계 입력이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1~2 · SETUP &amp; INGESTION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환경을 만들고 데이터를 통합합니다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  <a:effectLst>
            <a:outerShdw sx="100000" sy="100000" kx="0" ky="0" algn="bl" rotWithShape="0" blurRad="88900" dist="25400" dir="5400000">
              <a:srgbClr val="B7C0C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2B3A4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5212080" cy="320040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환경 구성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8346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가상환경(tf37_cpu) 준비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pystan · fbprophet 설치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· nbformat 설치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로 버전·정상 동작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  <a:effectLst>
            <a:outerShdw sx="100000" sy="100000" kx="0" ky="0" algn="bl" rotWithShape="0" blurRad="88900" dist="25400" dir="5400000">
              <a:srgbClr val="B7C0C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288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2B3A4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86000"/>
            <a:ext cx="5212080" cy="320040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데이터 통합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glob으로 여러 .xlsx 파일 목록화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반복문으로 read_excel 후 concat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통합본을 A_Line_2020_01.xlsx 저장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읽어 .csv 파일로 변환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glob + pd.concat 패턴으로 흩어진 일별 파일을 한 데이터프레임으로 합칩니다.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3~4 · FEATURE &amp; FORECAST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특징을 가공하고 Prophet으로 예측합니다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65376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64208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원-핫 인코딩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78308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get_dummies로 Result(OK/FAIL)를 0·1 컬럼으로 분리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5EFE9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624328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24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64208" y="25420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불량 집계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542032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groupby('Date')['FAIL'].sum() 으로 날짜별 불량 건수 계산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300984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383280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64208" y="33009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입력 형식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300984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컬럼명을 ds(날짜), y(값) 로 변경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059936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5EFE9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142232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64208" y="40599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학습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059936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Prophet(...).fit(df) 로 계절성 반영 학습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818888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901184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901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64208" y="48188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예측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4818888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make_future_dataframe → predict 로 향후 N일 예측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57784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5EFE9"/>
          </a:solidFill>
          <a:ln w="9525">
            <a:solidFill>
              <a:srgbClr val="BFC9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5660136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64208" y="5577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저장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557784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yhat·yhat_lower·yhat_upper 를 CSV/JSON으로 저장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5~7 · SERVING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모델을 저장하고 웹으로 서비스합니다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2B3A42"/>
            </a:solidFill>
            <a:prstDash val="solid"/>
          </a:ln>
          <a:effectLst>
            <a:outerShdw sx="100000" sy="100000" kx="0" ky="0" algn="bl" rotWithShape="0" blurRad="76200" dist="25400" dir="5400000">
              <a:srgbClr val="B7C0C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2B3A4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3429000" cy="320040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모델 저장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/ joblib로 학습 모델 직렬화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PBA_model.pkl 파일로 저장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파일을 불러와 predict 재현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  <a:effectLst>
            <a:outerShdw sx="100000" sy="100000" kx="0" ky="0" algn="bl" rotWithShape="0" blurRad="76200" dist="25400" dir="5400000">
              <a:srgbClr val="B7C0C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/>
        </p:spPr>
      </p:sp>
      <p:sp>
        <p:nvSpPr>
          <p:cNvPr id="11" name="Shape 9"/>
          <p:cNvSpPr/>
          <p:nvPr/>
        </p:nvSpPr>
        <p:spPr>
          <a:xfrm>
            <a:off x="4453128" y="2194560"/>
            <a:ext cx="3429000" cy="3200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Flask 웹 서비스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main.py: 파일 업로드 → 예측 라우팅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업로드 폼 구성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결과를 화면에 표시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table.html로 예측표 렌더링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2B3A42"/>
            </a:solidFill>
            <a:prstDash val="solid"/>
          </a:ln>
          <a:effectLst>
            <a:outerShdw sx="100000" sy="100000" kx="0" ky="0" algn="bl" rotWithShape="0" blurRad="76200" dist="25400" dir="5400000">
              <a:srgbClr val="B7C0C5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2B3A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194560"/>
            <a:ext cx="3429000" cy="320040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DB · 시각화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csv-to-sqlite.py로 예측값 DB 저장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defective_rate 테이블 생성·조회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Highcharts + Flask로 추세 그래프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완료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항목을 모두 만족하면 플랫폼 구현이 완성됩니다.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423160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엑셀 파일을 통합해 CSV로 저장했다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423160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1031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불량 건수를 집계했다 (Date/FAIL)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730752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410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모델을 학습하고 미래를 예측했다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41071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730752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410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모델을 .pkl 파일로 저장·복원했다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7183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038344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718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웹에서 예측 결과를 확인했다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47183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C4E5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5038344"/>
            <a:ext cx="402336" cy="402336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42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718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예측값을 SQLite에 저장하고 그래프로 시각화했다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상세한 코드·명령어·실행 결과는 『정답 워크북』을 그대로 따라 하세요.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DaeKyeong Kim, Ph.D.</dc:creator>
  <cp:lastModifiedBy>DaeKyeong Kim, Ph.D.</cp:lastModifiedBy>
  <cp:revision>1</cp:revision>
  <dcterms:created xsi:type="dcterms:W3CDTF">2026-07-07T09:25:31Z</dcterms:created>
  <dcterms:modified xsi:type="dcterms:W3CDTF">2026-07-07T09:25:31Z</dcterms:modified>
</cp:coreProperties>
</file>